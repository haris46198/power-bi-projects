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0" autoAdjust="0"/>
    <p:restoredTop sz="86410" autoAdjust="0"/>
  </p:normalViewPr>
  <p:slideViewPr>
    <p:cSldViewPr snapToGrid="0" snapToObjects="1">
      <p:cViewPr varScale="1">
        <p:scale>
          <a:sx n="62" d="100"/>
          <a:sy n="62" d="100"/>
        </p:scale>
        <p:origin x="258" y="7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030059-B836-40A8-B90C-7E9970378631}" type="datetimeFigureOut">
              <a:rPr lang="en-NL" smtClean="0"/>
              <a:t>06/03/2022</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BA2B88-0570-4C04-B5A9-545B11F3A5A5}" type="slidenum">
              <a:rPr lang="en-NL" smtClean="0"/>
              <a:t>‹#›</a:t>
            </a:fld>
            <a:endParaRPr lang="en-NL"/>
          </a:p>
        </p:txBody>
      </p:sp>
    </p:spTree>
    <p:extLst>
      <p:ext uri="{BB962C8B-B14F-4D97-AF65-F5344CB8AC3E}">
        <p14:creationId xmlns:p14="http://schemas.microsoft.com/office/powerpoint/2010/main" val="20542275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nav_open_1</a:t>
            </a:r>
            <a:endParaRPr dirty="0"/>
          </a:p>
          <a:p>
            <a:r>
              <a:rPr b="0" dirty="0"/>
              <a:t>No alt text provided</a:t>
            </a:r>
            <a:endParaRPr dirty="0"/>
          </a:p>
          <a:p>
            <a:endParaRPr dirty="0"/>
          </a:p>
          <a:p>
            <a:r>
              <a:rPr b="1" dirty="0"/>
              <a:t>nav_1</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basicShape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donutChart</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donutChart</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areaChart</a:t>
            </a:r>
            <a:endParaRPr dirty="0"/>
          </a:p>
          <a:p>
            <a:r>
              <a:rPr b="0" dirty="0"/>
              <a:t>No alt text provided</a:t>
            </a:r>
            <a:endParaRPr dirty="0"/>
          </a:p>
          <a:p>
            <a:endParaRPr dirty="0"/>
          </a:p>
          <a:p>
            <a:r>
              <a:rPr b="1" dirty="0"/>
              <a:t>textbox</a:t>
            </a:r>
            <a:endParaRPr dirty="0"/>
          </a:p>
          <a:p>
            <a:r>
              <a:rPr b="0" dirty="0"/>
              <a:t>No alt text provided</a:t>
            </a:r>
            <a:endParaRPr dirty="0"/>
          </a:p>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nav_open_1</a:t>
            </a:r>
            <a:endParaRPr dirty="0"/>
          </a:p>
          <a:p>
            <a:r>
              <a:rPr b="0" dirty="0"/>
              <a:t>No alt text provided</a:t>
            </a:r>
            <a:endParaRPr dirty="0"/>
          </a:p>
          <a:p>
            <a:endParaRPr dirty="0"/>
          </a:p>
          <a:p>
            <a:r>
              <a:rPr b="1" dirty="0"/>
              <a:t>nav_1</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basicShape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donutChart</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donutChart</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Button</a:t>
            </a:r>
            <a:endParaRPr dirty="0"/>
          </a:p>
          <a:p>
            <a:r>
              <a:rPr b="0" dirty="0"/>
              <a:t>No alt text provided</a:t>
            </a:r>
            <a:endParaRPr dirty="0"/>
          </a:p>
          <a:p>
            <a:endParaRPr dirty="0"/>
          </a:p>
          <a:p>
            <a:r>
              <a:rPr b="1" dirty="0"/>
              <a:t>Total Customer interactions, Total Agent interactions, Total customer resolution and count of customer resolution by Group_name</a:t>
            </a:r>
            <a:endParaRPr dirty="0"/>
          </a:p>
          <a:p>
            <a:r>
              <a:rPr b="0" dirty="0"/>
              <a:t>No alt text provided</a:t>
            </a:r>
            <a:endParaRPr dirty="0"/>
          </a:p>
          <a:p>
            <a:endParaRPr dirty="0"/>
          </a:p>
          <a:p>
            <a:r>
              <a:rPr b="1" dirty="0"/>
              <a:t>textbox</a:t>
            </a:r>
            <a:endParaRPr dirty="0"/>
          </a:p>
          <a:p>
            <a:r>
              <a:rPr b="0" dirty="0"/>
              <a:t>No alt text provided</a:t>
            </a:r>
            <a:endParaRPr dirty="0"/>
          </a:p>
          <a:p>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nav_open_1</a:t>
            </a:r>
            <a:endParaRPr dirty="0"/>
          </a:p>
          <a:p>
            <a:r>
              <a:rPr b="0" dirty="0"/>
              <a:t>No alt text provided</a:t>
            </a:r>
            <a:endParaRPr dirty="0"/>
          </a:p>
          <a:p>
            <a:endParaRPr dirty="0"/>
          </a:p>
          <a:p>
            <a:r>
              <a:rPr b="1" dirty="0"/>
              <a:t>nav_1</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basicShape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barChart</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donutChart</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ribbonChart</a:t>
            </a:r>
            <a:endParaRPr dirty="0"/>
          </a:p>
          <a:p>
            <a:r>
              <a:rPr b="0" dirty="0"/>
              <a:t>No alt text provided</a:t>
            </a:r>
            <a:endParaRPr dirty="0"/>
          </a:p>
          <a:p>
            <a:endParaRPr dirty="0"/>
          </a:p>
          <a:p>
            <a:r>
              <a:rPr b="1" dirty="0"/>
              <a:t>textbox</a:t>
            </a:r>
            <a:endParaRPr dirty="0"/>
          </a:p>
          <a:p>
            <a:r>
              <a:rPr b="0" dirty="0"/>
              <a:t>No alt text provided</a:t>
            </a:r>
            <a:endParaRPr dirty="0"/>
          </a:p>
          <a:p>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nav_open_1</a:t>
            </a:r>
            <a:endParaRPr dirty="0"/>
          </a:p>
          <a:p>
            <a:r>
              <a:rPr b="0" dirty="0"/>
              <a:t>No alt text provided</a:t>
            </a:r>
            <a:endParaRPr dirty="0"/>
          </a:p>
          <a:p>
            <a:endParaRPr dirty="0"/>
          </a:p>
          <a:p>
            <a:r>
              <a:rPr b="1" dirty="0"/>
              <a:t>nav_1</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basicShape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donutChart</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donutChart</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stackedAreaChart</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nav_open_1</a:t>
            </a:r>
            <a:endParaRPr dirty="0"/>
          </a:p>
          <a:p>
            <a:r>
              <a:rPr b="0" dirty="0"/>
              <a:t>No alt text provided</a:t>
            </a:r>
            <a:endParaRPr dirty="0"/>
          </a:p>
          <a:p>
            <a:endParaRPr dirty="0"/>
          </a:p>
          <a:p>
            <a:r>
              <a:rPr b="1" dirty="0"/>
              <a:t>nav_1</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basicShape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hundredPercentStackedColumnChart</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hundredPercentStackedColumnChart</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lineChart</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nav_open_1</a:t>
            </a:r>
            <a:endParaRPr dirty="0"/>
          </a:p>
          <a:p>
            <a:r>
              <a:rPr b="0" dirty="0"/>
              <a:t>No alt text provided</a:t>
            </a:r>
            <a:endParaRPr dirty="0"/>
          </a:p>
          <a:p>
            <a:endParaRPr dirty="0"/>
          </a:p>
          <a:p>
            <a:r>
              <a:rPr b="1" dirty="0"/>
              <a:t>nav_1</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basicShape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donutChart</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donutChart</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barChart</a:t>
            </a:r>
            <a:endParaRPr dirty="0"/>
          </a:p>
          <a:p>
            <a:r>
              <a:rPr b="0" dirty="0"/>
              <a:t>No alt text provided</a:t>
            </a:r>
            <a:endParaRPr dirty="0"/>
          </a:p>
          <a:p>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3/6/2022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3/6/2022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3/6/2022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3/6/2022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3/6/2022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3/6/2022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3/6/2022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3/6/2022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3/6/2022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3/6/2022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3/6/2022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3/6/2022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pp.powerbi.com/groups/me/reports/c716d5b9-4b70-419a-8f1d-64e257809b93?pbi_source=PowerPoint" TargetMode="External"/><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app.powerbi.com/groups/me/reports/c716d5b9-4b70-419a-8f1d-64e257809b93/?pbi_source=PowerPoint" TargetMode="External"/><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hyperlink" Target="https://app.powerbi.com/groups/me/reports/c716d5b9-4b70-419a-8f1d-64e257809b93/?pbi_source=PowerPoint" TargetMode="External"/><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hyperlink" Target="https://app.powerbi.com/groups/me/reports/c716d5b9-4b70-419a-8f1d-64e257809b93/?pbi_source=PowerPoint" TargetMode="External"/><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hyperlink" Target="https://app.powerbi.com/groups/me/reports/c716d5b9-4b70-419a-8f1d-64e257809b93/?pbi_source=PowerPoint" TargetMode="External"/><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hyperlink" Target="https://app.powerbi.com/groups/me/reports/c716d5b9-4b70-419a-8f1d-64e257809b93/?pbi_source=PowerPoint" TargetMode="External"/><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hyperlink" Target="https://app.powerbi.com/groups/me/reports/c716d5b9-4b70-419a-8f1d-64e257809b93/?pbi_source=PowerPoint" TargetMode="External"/><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2685879" y="1499659"/>
            <a:ext cx="6314017" cy="823526"/>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b="1" dirty="0">
                <a:solidFill>
                  <a:srgbClr val="F3C910"/>
                </a:solidFill>
                <a:latin typeface="+mn-lt"/>
              </a:rPr>
              <a:t>Customer Success Team</a:t>
            </a:r>
            <a:endParaRPr kumimoji="0" lang="en-US" sz="4400" b="0" i="0" u="none" strike="noStrike" kern="1200" cap="none" spc="0" normalizeH="0" baseline="0" noProof="0" dirty="0">
              <a:ln>
                <a:noFill/>
              </a:ln>
              <a:solidFill>
                <a:srgbClr val="F3C910"/>
              </a:solidFill>
              <a:effectLst/>
              <a:uLnTx/>
              <a:uFillTx/>
              <a:latin typeface="+mn-lt"/>
              <a:ea typeface="Segoe UI Light" charset="0"/>
              <a:cs typeface="Segoe UI Light" charset="0"/>
            </a:endParaRPr>
          </a:p>
        </p:txBody>
      </p:sp>
      <p:sp>
        <p:nvSpPr>
          <p:cNvPr id="13" name="Text Placeholder 2"/>
          <p:cNvSpPr txBox="1">
            <a:spLocks/>
          </p:cNvSpPr>
          <p:nvPr/>
        </p:nvSpPr>
        <p:spPr>
          <a:xfrm>
            <a:off x="4759021" y="2323185"/>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rId3"/>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3/6/2022 2:46:29 PM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3/6/2022 12:50:50 PM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78007" y="2363916"/>
            <a:ext cx="162027" cy="153025"/>
          </a:xfrm>
          <a:prstGeom prst="rect">
            <a:avLst/>
          </a:prstGeom>
        </p:spPr>
      </p:pic>
      <p:sp>
        <p:nvSpPr>
          <p:cNvPr id="11" name="TextBox 10">
            <a:extLst>
              <a:ext uri="{FF2B5EF4-FFF2-40B4-BE49-F238E27FC236}">
                <a16:creationId xmlns:a16="http://schemas.microsoft.com/office/drawing/2014/main" id="{91D860C8-A35E-428E-982D-75859C3C115A}"/>
              </a:ext>
            </a:extLst>
          </p:cNvPr>
          <p:cNvSpPr txBox="1"/>
          <p:nvPr/>
        </p:nvSpPr>
        <p:spPr>
          <a:xfrm>
            <a:off x="6504121" y="4715406"/>
            <a:ext cx="5563893" cy="1661993"/>
          </a:xfrm>
          <a:prstGeom prst="rect">
            <a:avLst/>
          </a:prstGeom>
          <a:noFill/>
        </p:spPr>
        <p:txBody>
          <a:bodyPr wrap="square" rtlCol="0">
            <a:spAutoFit/>
          </a:bodyPr>
          <a:lstStyle/>
          <a:p>
            <a:pPr algn="just">
              <a:defRPr/>
            </a:pPr>
            <a:r>
              <a:rPr lang="en-US" sz="2400" b="1" dirty="0">
                <a:solidFill>
                  <a:schemeClr val="bg1"/>
                </a:solidFill>
              </a:rPr>
              <a:t>Developed by:</a:t>
            </a:r>
          </a:p>
          <a:p>
            <a:pPr algn="just">
              <a:defRPr/>
            </a:pPr>
            <a:r>
              <a:rPr lang="en-US" sz="2000" b="1" dirty="0">
                <a:solidFill>
                  <a:schemeClr val="accent5">
                    <a:lumMod val="40000"/>
                    <a:lumOff val="60000"/>
                  </a:schemeClr>
                </a:solidFill>
              </a:rPr>
              <a:t>Haris Shanmugam – Software Engineer</a:t>
            </a:r>
          </a:p>
          <a:p>
            <a:pPr algn="just">
              <a:defRPr/>
            </a:pPr>
            <a:r>
              <a:rPr lang="en-US" sz="2000" b="1" dirty="0">
                <a:solidFill>
                  <a:schemeClr val="accent5">
                    <a:lumMod val="40000"/>
                    <a:lumOff val="60000"/>
                  </a:schemeClr>
                </a:solidFill>
              </a:rPr>
              <a:t>Hexaware Technologies</a:t>
            </a:r>
          </a:p>
          <a:p>
            <a:pPr algn="just">
              <a:defRPr/>
            </a:pPr>
            <a:r>
              <a:rPr lang="en-US" sz="2000" b="1" dirty="0">
                <a:solidFill>
                  <a:schemeClr val="accent5">
                    <a:lumMod val="40000"/>
                    <a:lumOff val="60000"/>
                  </a:schemeClr>
                </a:solidFill>
              </a:rPr>
              <a:t>Microsoft Certified Data Analyst Associate</a:t>
            </a:r>
          </a:p>
          <a:p>
            <a:endParaRPr lang="en-NL" dirty="0"/>
          </a:p>
        </p:txBody>
      </p:sp>
    </p:spTree>
    <p:extLst>
      <p:ext uri="{BB962C8B-B14F-4D97-AF65-F5344CB8AC3E}">
        <p14:creationId xmlns:p14="http://schemas.microsoft.com/office/powerpoint/2010/main" val="76307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nav_open_1 ,nav_1 ,actionButton ,basicShape ,actionButton ,actionButton ,actionButton ,actionButton ,actionButton ,actionButton ,actionButton ,actionButton ,textbox ,clusteredColumnChart ,actionButton ,donutChart ,textbox ,actionButton ,textbox ,donutChart ,actionButton ,actionButton ,areaChart ,textbox.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Claims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nav_open_1 ,nav_1 ,actionButton ,basicShape ,actionButton ,actionButton ,actionButton ,actionButton ,actionButton ,actionButton ,actionButton ,actionButton ,textbox ,pivotTable ,actionButton ,donutChart ,textbox ,actionButton ,textbox ,donutChart ,actionButton ,Button ,Total Customer interactions, Total Agent interactions, Total customer resolution and count of customer resolution by Group_name ,textbox.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Endoresement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nav_open_1 ,nav_1 ,actionButton ,basicShape ,actionButton ,actionButton ,actionButton ,actionButton ,actionButton ,actionButton ,actionButton ,actionButton ,actionButton ,textbox ,barChart ,actionButton ,pieChart ,textbox ,actionButton ,textbox ,donutChart ,actionButton ,ribbonChart ,textbox.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On-Boardings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nav_open_1 ,nav_1 ,actionButton ,basicShape ,actionButton ,actionButton ,actionButton ,actionButton ,actionButton ,actionButton ,actionButton ,actionButton ,textbox ,pieChart ,actionButton ,donutChart ,textbox ,actionButton ,textbox ,donutChart ,actionButton ,stackedAreaChart ,textbox ,actionButton.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Support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nav_open_1 ,nav_1 ,actionButton ,basicShape ,actionButton ,actionButton ,actionButton ,actionButton ,actionButton ,actionButton ,actionButton ,actionButton ,textbox ,clusteredColumnChart ,actionButton ,hundredPercentStackedColumnChart ,textbox ,actionButton ,textbox ,hundredPercentStackedColumnChart ,actionButton ,lineChart ,textbox ,actionButton. Please refer to the notes on this slide for details">
            <a:hlinkClick r:id="rId3"/>
          </p:cNvPr>
          <p:cNvPicPr>
            <a:picLocks noChangeAspect="1"/>
          </p:cNvPicPr>
          <p:nvPr/>
        </p:nvPicPr>
        <p:blipFill>
          <a:blip r:embed="rId4"/>
          <a:stretch>
            <a:fillRect/>
          </a:stretch>
        </p:blipFill>
        <p:spPr>
          <a:xfrm>
            <a:off x="76200" y="15498"/>
            <a:ext cx="12020550" cy="6858000"/>
          </a:xfrm>
          <a:prstGeom prst="rect">
            <a:avLst/>
          </a:prstGeom>
          <a:noFill/>
        </p:spPr>
      </p:pic>
      <p:sp>
        <p:nvSpPr>
          <p:cNvPr id="4" name="Title" hidden="1"/>
          <p:cNvSpPr>
            <a:spLocks noGrp="1"/>
          </p:cNvSpPr>
          <p:nvPr>
            <p:ph type="title"/>
          </p:nvPr>
        </p:nvSpPr>
        <p:spPr/>
        <p:txBody>
          <a:bodyPr/>
          <a:lstStyle/>
          <a:p>
            <a:r>
              <a:t>Overall_dash_1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nav_open_1 ,nav_1 ,actionButton ,basicShape ,actionButton ,actionButton ,actionButton ,actionButton ,actionButton ,actionButton ,actionButton ,textbox ,textbox ,textbox ,textbox ,actionButton ,donutChart ,clusteredColumnChart ,donutChart ,slicer ,pivotTable ,slicer ,barChart.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Overall_dash_2</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821</Words>
  <Application>Microsoft Office PowerPoint</Application>
  <PresentationFormat>Widescreen</PresentationFormat>
  <Paragraphs>439</Paragraphs>
  <Slides>7</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Calibri Light</vt:lpstr>
      <vt:lpstr>Segoe UI</vt:lpstr>
      <vt:lpstr>Segoe UI Semibold</vt:lpstr>
      <vt:lpstr>Custom Design</vt:lpstr>
      <vt:lpstr>Customer Success Team</vt:lpstr>
      <vt:lpstr>Claims</vt:lpstr>
      <vt:lpstr>Endoresement</vt:lpstr>
      <vt:lpstr>On-Boardings</vt:lpstr>
      <vt:lpstr>Support</vt:lpstr>
      <vt:lpstr>Overall_dash_1</vt:lpstr>
      <vt:lpstr>Overall_dash_2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Shanmugam, Haris</cp:lastModifiedBy>
  <cp:revision>8</cp:revision>
  <dcterms:created xsi:type="dcterms:W3CDTF">2016-09-04T11:54:55Z</dcterms:created>
  <dcterms:modified xsi:type="dcterms:W3CDTF">2022-03-06T15:24:47Z</dcterms:modified>
</cp:coreProperties>
</file>